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42" r:id="rId2"/>
  </p:sldMasterIdLst>
  <p:sldIdLst>
    <p:sldId id="256" r:id="rId3"/>
    <p:sldId id="286" r:id="rId4"/>
    <p:sldId id="294" r:id="rId5"/>
    <p:sldId id="295" r:id="rId6"/>
    <p:sldId id="269" r:id="rId7"/>
    <p:sldId id="293" r:id="rId8"/>
    <p:sldId id="272" r:id="rId9"/>
    <p:sldId id="273" r:id="rId10"/>
    <p:sldId id="274" r:id="rId11"/>
    <p:sldId id="275" r:id="rId12"/>
    <p:sldId id="276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8A6EF4-3204-4C5D-AD70-386682BC6875}" type="doc">
      <dgm:prSet loTypeId="urn:microsoft.com/office/officeart/2005/8/layout/defaul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566EA4B-3C5C-4762-9753-49CBC4DD0F76}">
      <dgm:prSet/>
      <dgm:spPr/>
      <dgm:t>
        <a:bodyPr/>
        <a:lstStyle/>
        <a:p>
          <a:r>
            <a:rPr lang="en-US" b="1"/>
            <a:t>Today’s Threats – Simple List:</a:t>
          </a:r>
          <a:endParaRPr lang="en-US"/>
        </a:p>
      </dgm:t>
    </dgm:pt>
    <dgm:pt modelId="{69908C3B-C5D4-470A-A7D2-9E9568D82000}" type="parTrans" cxnId="{448F8967-D9E0-4BE2-B6CD-1C08C9A0BAC1}">
      <dgm:prSet/>
      <dgm:spPr/>
      <dgm:t>
        <a:bodyPr/>
        <a:lstStyle/>
        <a:p>
          <a:endParaRPr lang="en-US"/>
        </a:p>
      </dgm:t>
    </dgm:pt>
    <dgm:pt modelId="{02061AEE-EEA5-44D6-9D42-2B2FAF7C06E2}" type="sibTrans" cxnId="{448F8967-D9E0-4BE2-B6CD-1C08C9A0BAC1}">
      <dgm:prSet/>
      <dgm:spPr/>
      <dgm:t>
        <a:bodyPr/>
        <a:lstStyle/>
        <a:p>
          <a:endParaRPr lang="en-US"/>
        </a:p>
      </dgm:t>
    </dgm:pt>
    <dgm:pt modelId="{FEAB203D-7D5F-4E53-9C99-52E6EB8B1302}">
      <dgm:prSet/>
      <dgm:spPr/>
      <dgm:t>
        <a:bodyPr/>
        <a:lstStyle/>
        <a:p>
          <a:r>
            <a:rPr lang="en-US" b="1"/>
            <a:t>🔴 Critical Threats</a:t>
          </a:r>
          <a:endParaRPr lang="en-US"/>
        </a:p>
      </dgm:t>
    </dgm:pt>
    <dgm:pt modelId="{8E44A216-0CF4-49CB-BEE2-4C35649F6639}" type="parTrans" cxnId="{ED8FB91A-6491-4A52-949D-84D5B7314FC7}">
      <dgm:prSet/>
      <dgm:spPr/>
      <dgm:t>
        <a:bodyPr/>
        <a:lstStyle/>
        <a:p>
          <a:endParaRPr lang="en-US"/>
        </a:p>
      </dgm:t>
    </dgm:pt>
    <dgm:pt modelId="{D8A19E56-4860-4280-AA7A-42897E7074A9}" type="sibTrans" cxnId="{ED8FB91A-6491-4A52-949D-84D5B7314FC7}">
      <dgm:prSet/>
      <dgm:spPr/>
      <dgm:t>
        <a:bodyPr/>
        <a:lstStyle/>
        <a:p>
          <a:endParaRPr lang="en-US"/>
        </a:p>
      </dgm:t>
    </dgm:pt>
    <dgm:pt modelId="{820B7F55-0099-49F3-B9E6-6FDD53379F6E}">
      <dgm:prSet/>
      <dgm:spPr/>
      <dgm:t>
        <a:bodyPr/>
        <a:lstStyle/>
        <a:p>
          <a:r>
            <a:rPr lang="en-US"/>
            <a:t>Ransomware-as-a-Service (RaaS) </a:t>
          </a:r>
        </a:p>
      </dgm:t>
    </dgm:pt>
    <dgm:pt modelId="{EF85BDB8-4AB2-4CD1-9887-58F80E138CDF}" type="parTrans" cxnId="{13A1BE9C-7E33-4A30-9DB8-F4763AAB4BE5}">
      <dgm:prSet/>
      <dgm:spPr/>
      <dgm:t>
        <a:bodyPr/>
        <a:lstStyle/>
        <a:p>
          <a:endParaRPr lang="en-US"/>
        </a:p>
      </dgm:t>
    </dgm:pt>
    <dgm:pt modelId="{0565304D-DB0A-43A6-A8AE-7EAEBFAF14D3}" type="sibTrans" cxnId="{13A1BE9C-7E33-4A30-9DB8-F4763AAB4BE5}">
      <dgm:prSet/>
      <dgm:spPr/>
      <dgm:t>
        <a:bodyPr/>
        <a:lstStyle/>
        <a:p>
          <a:endParaRPr lang="en-US"/>
        </a:p>
      </dgm:t>
    </dgm:pt>
    <dgm:pt modelId="{B6E49160-2B03-4796-A114-0169C9B56E65}">
      <dgm:prSet/>
      <dgm:spPr/>
      <dgm:t>
        <a:bodyPr/>
        <a:lstStyle/>
        <a:p>
          <a:r>
            <a:rPr lang="en-US"/>
            <a:t>Phishing &amp; Business Email Compromise (BEC) </a:t>
          </a:r>
        </a:p>
      </dgm:t>
    </dgm:pt>
    <dgm:pt modelId="{3361B8A8-D27C-49A0-9C9F-C42BCB0A8149}" type="parTrans" cxnId="{4849920A-F01C-4F97-8786-5778A2C2D8B9}">
      <dgm:prSet/>
      <dgm:spPr/>
      <dgm:t>
        <a:bodyPr/>
        <a:lstStyle/>
        <a:p>
          <a:endParaRPr lang="en-US"/>
        </a:p>
      </dgm:t>
    </dgm:pt>
    <dgm:pt modelId="{BC4BD14B-4F9D-4527-84DD-1C96606C263C}" type="sibTrans" cxnId="{4849920A-F01C-4F97-8786-5778A2C2D8B9}">
      <dgm:prSet/>
      <dgm:spPr/>
      <dgm:t>
        <a:bodyPr/>
        <a:lstStyle/>
        <a:p>
          <a:endParaRPr lang="en-US"/>
        </a:p>
      </dgm:t>
    </dgm:pt>
    <dgm:pt modelId="{C57074E5-E02F-4A64-9FC3-F8882EFEB698}">
      <dgm:prSet/>
      <dgm:spPr/>
      <dgm:t>
        <a:bodyPr/>
        <a:lstStyle/>
        <a:p>
          <a:r>
            <a:rPr lang="en-US"/>
            <a:t>Advanced Persistent Threats (APT)</a:t>
          </a:r>
        </a:p>
      </dgm:t>
    </dgm:pt>
    <dgm:pt modelId="{45829886-9EF0-489E-BDDA-D14599D8D5D8}" type="parTrans" cxnId="{3A995EDF-E212-496B-818E-1E2FFF790CC5}">
      <dgm:prSet/>
      <dgm:spPr/>
      <dgm:t>
        <a:bodyPr/>
        <a:lstStyle/>
        <a:p>
          <a:endParaRPr lang="en-US"/>
        </a:p>
      </dgm:t>
    </dgm:pt>
    <dgm:pt modelId="{E5C0C6EF-FDDD-44C1-8884-4B32C67A685A}" type="sibTrans" cxnId="{3A995EDF-E212-496B-818E-1E2FFF790CC5}">
      <dgm:prSet/>
      <dgm:spPr/>
      <dgm:t>
        <a:bodyPr/>
        <a:lstStyle/>
        <a:p>
          <a:endParaRPr lang="en-US"/>
        </a:p>
      </dgm:t>
    </dgm:pt>
    <dgm:pt modelId="{27951BE7-27AB-448B-8F04-C4AA189D4267}">
      <dgm:prSet/>
      <dgm:spPr/>
      <dgm:t>
        <a:bodyPr/>
        <a:lstStyle/>
        <a:p>
          <a:r>
            <a:rPr lang="en-US" b="1" dirty="0"/>
            <a:t>🟠 </a:t>
          </a:r>
          <a:r>
            <a:rPr lang="en-US" b="1" dirty="0">
              <a:solidFill>
                <a:schemeClr val="bg1"/>
              </a:solidFill>
            </a:rPr>
            <a:t>High Threats</a:t>
          </a:r>
          <a:endParaRPr lang="en-US" dirty="0">
            <a:solidFill>
              <a:schemeClr val="bg1"/>
            </a:solidFill>
          </a:endParaRPr>
        </a:p>
      </dgm:t>
    </dgm:pt>
    <dgm:pt modelId="{2B9C9AA6-1C69-40F7-B98F-46230B219006}" type="parTrans" cxnId="{09A7BEAB-0C47-4FC3-A2B9-BE8F654C577F}">
      <dgm:prSet/>
      <dgm:spPr/>
      <dgm:t>
        <a:bodyPr/>
        <a:lstStyle/>
        <a:p>
          <a:endParaRPr lang="en-US"/>
        </a:p>
      </dgm:t>
    </dgm:pt>
    <dgm:pt modelId="{AB30FFB4-374B-44AC-8D4F-562E0A4DCD41}" type="sibTrans" cxnId="{09A7BEAB-0C47-4FC3-A2B9-BE8F654C577F}">
      <dgm:prSet/>
      <dgm:spPr/>
      <dgm:t>
        <a:bodyPr/>
        <a:lstStyle/>
        <a:p>
          <a:endParaRPr lang="en-US"/>
        </a:p>
      </dgm:t>
    </dgm:pt>
    <dgm:pt modelId="{09DE38E5-5632-4551-871B-6D2F41EE0387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AI-Powered Cyber Attacks (Deepfake, AI phishing) </a:t>
          </a:r>
        </a:p>
      </dgm:t>
    </dgm:pt>
    <dgm:pt modelId="{EFF231CE-BC69-48F7-BF03-D2E63A8646BB}" type="parTrans" cxnId="{6CAD2122-E3F9-4F55-AB12-0EDA758B1C49}">
      <dgm:prSet/>
      <dgm:spPr/>
      <dgm:t>
        <a:bodyPr/>
        <a:lstStyle/>
        <a:p>
          <a:endParaRPr lang="en-US"/>
        </a:p>
      </dgm:t>
    </dgm:pt>
    <dgm:pt modelId="{1580B73B-BA2C-4DC0-9DAA-198E494E9C58}" type="sibTrans" cxnId="{6CAD2122-E3F9-4F55-AB12-0EDA758B1C49}">
      <dgm:prSet/>
      <dgm:spPr/>
      <dgm:t>
        <a:bodyPr/>
        <a:lstStyle/>
        <a:p>
          <a:endParaRPr lang="en-US"/>
        </a:p>
      </dgm:t>
    </dgm:pt>
    <dgm:pt modelId="{9EE22905-4D73-4BB9-A387-F7279FB2B7A9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Zero-Day Exploits &amp; Vulnerability Attacks </a:t>
          </a:r>
        </a:p>
      </dgm:t>
    </dgm:pt>
    <dgm:pt modelId="{2436D40A-8D51-4809-83DB-3D327706DD63}" type="parTrans" cxnId="{C54CD033-6BFD-4AAE-A30F-9AFB0D2A200F}">
      <dgm:prSet/>
      <dgm:spPr/>
      <dgm:t>
        <a:bodyPr/>
        <a:lstStyle/>
        <a:p>
          <a:endParaRPr lang="en-US"/>
        </a:p>
      </dgm:t>
    </dgm:pt>
    <dgm:pt modelId="{21C2C7B2-5D46-44EE-A6EA-893F3D1E0236}" type="sibTrans" cxnId="{C54CD033-6BFD-4AAE-A30F-9AFB0D2A200F}">
      <dgm:prSet/>
      <dgm:spPr/>
      <dgm:t>
        <a:bodyPr/>
        <a:lstStyle/>
        <a:p>
          <a:endParaRPr lang="en-US"/>
        </a:p>
      </dgm:t>
    </dgm:pt>
    <dgm:pt modelId="{0441A7F8-C457-41FC-A4E3-67E3950B867C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Credential Theft &amp; Account Takeover</a:t>
          </a:r>
        </a:p>
      </dgm:t>
    </dgm:pt>
    <dgm:pt modelId="{FBFCAE4C-CFD8-44A4-8418-2E7A8C1E1EC9}" type="parTrans" cxnId="{00E01599-E586-47A9-855F-4C41E1A5C8F3}">
      <dgm:prSet/>
      <dgm:spPr/>
      <dgm:t>
        <a:bodyPr/>
        <a:lstStyle/>
        <a:p>
          <a:endParaRPr lang="en-US"/>
        </a:p>
      </dgm:t>
    </dgm:pt>
    <dgm:pt modelId="{AD3807DA-4413-4479-9BA3-BAE9180256A6}" type="sibTrans" cxnId="{00E01599-E586-47A9-855F-4C41E1A5C8F3}">
      <dgm:prSet/>
      <dgm:spPr/>
      <dgm:t>
        <a:bodyPr/>
        <a:lstStyle/>
        <a:p>
          <a:endParaRPr lang="en-US"/>
        </a:p>
      </dgm:t>
    </dgm:pt>
    <dgm:pt modelId="{398B14F0-F6EF-434D-B943-89DC47CEA70A}" type="pres">
      <dgm:prSet presAssocID="{A68A6EF4-3204-4C5D-AD70-386682BC6875}" presName="diagram" presStyleCnt="0">
        <dgm:presLayoutVars>
          <dgm:dir/>
          <dgm:resizeHandles val="exact"/>
        </dgm:presLayoutVars>
      </dgm:prSet>
      <dgm:spPr/>
    </dgm:pt>
    <dgm:pt modelId="{A75756B2-7BF8-4465-BC3C-00F063AF0AEB}" type="pres">
      <dgm:prSet presAssocID="{E566EA4B-3C5C-4762-9753-49CBC4DD0F76}" presName="node" presStyleLbl="node1" presStyleIdx="0" presStyleCnt="9">
        <dgm:presLayoutVars>
          <dgm:bulletEnabled val="1"/>
        </dgm:presLayoutVars>
      </dgm:prSet>
      <dgm:spPr/>
    </dgm:pt>
    <dgm:pt modelId="{90CC88E7-6961-4869-803E-D627631101AA}" type="pres">
      <dgm:prSet presAssocID="{02061AEE-EEA5-44D6-9D42-2B2FAF7C06E2}" presName="sibTrans" presStyleCnt="0"/>
      <dgm:spPr/>
    </dgm:pt>
    <dgm:pt modelId="{DF46CF46-C623-4773-AF49-A3031CF09DF2}" type="pres">
      <dgm:prSet presAssocID="{FEAB203D-7D5F-4E53-9C99-52E6EB8B1302}" presName="node" presStyleLbl="node1" presStyleIdx="1" presStyleCnt="9">
        <dgm:presLayoutVars>
          <dgm:bulletEnabled val="1"/>
        </dgm:presLayoutVars>
      </dgm:prSet>
      <dgm:spPr/>
    </dgm:pt>
    <dgm:pt modelId="{9FEB5730-9FC5-4091-A3BB-D7128B5C7921}" type="pres">
      <dgm:prSet presAssocID="{D8A19E56-4860-4280-AA7A-42897E7074A9}" presName="sibTrans" presStyleCnt="0"/>
      <dgm:spPr/>
    </dgm:pt>
    <dgm:pt modelId="{D55047EE-927C-40F0-9031-F069EF354A5A}" type="pres">
      <dgm:prSet presAssocID="{820B7F55-0099-49F3-B9E6-6FDD53379F6E}" presName="node" presStyleLbl="node1" presStyleIdx="2" presStyleCnt="9">
        <dgm:presLayoutVars>
          <dgm:bulletEnabled val="1"/>
        </dgm:presLayoutVars>
      </dgm:prSet>
      <dgm:spPr/>
    </dgm:pt>
    <dgm:pt modelId="{D4757EAB-00B9-400C-80BE-96D9AE5AA5A7}" type="pres">
      <dgm:prSet presAssocID="{0565304D-DB0A-43A6-A8AE-7EAEBFAF14D3}" presName="sibTrans" presStyleCnt="0"/>
      <dgm:spPr/>
    </dgm:pt>
    <dgm:pt modelId="{8FCDBBAF-561E-41E9-865C-F3CC11E2C619}" type="pres">
      <dgm:prSet presAssocID="{B6E49160-2B03-4796-A114-0169C9B56E65}" presName="node" presStyleLbl="node1" presStyleIdx="3" presStyleCnt="9">
        <dgm:presLayoutVars>
          <dgm:bulletEnabled val="1"/>
        </dgm:presLayoutVars>
      </dgm:prSet>
      <dgm:spPr/>
    </dgm:pt>
    <dgm:pt modelId="{6A3BAFD4-BD1C-4F0A-81BB-399BFE6EE1E4}" type="pres">
      <dgm:prSet presAssocID="{BC4BD14B-4F9D-4527-84DD-1C96606C263C}" presName="sibTrans" presStyleCnt="0"/>
      <dgm:spPr/>
    </dgm:pt>
    <dgm:pt modelId="{73E6C021-29A2-4C42-8B59-FDA6E14CD5AA}" type="pres">
      <dgm:prSet presAssocID="{C57074E5-E02F-4A64-9FC3-F8882EFEB698}" presName="node" presStyleLbl="node1" presStyleIdx="4" presStyleCnt="9">
        <dgm:presLayoutVars>
          <dgm:bulletEnabled val="1"/>
        </dgm:presLayoutVars>
      </dgm:prSet>
      <dgm:spPr/>
    </dgm:pt>
    <dgm:pt modelId="{0AF63DC9-1AA5-4783-ADA4-8CEA46B47198}" type="pres">
      <dgm:prSet presAssocID="{E5C0C6EF-FDDD-44C1-8884-4B32C67A685A}" presName="sibTrans" presStyleCnt="0"/>
      <dgm:spPr/>
    </dgm:pt>
    <dgm:pt modelId="{453E9A00-BC24-4009-8800-66D7A154865D}" type="pres">
      <dgm:prSet presAssocID="{27951BE7-27AB-448B-8F04-C4AA189D4267}" presName="node" presStyleLbl="node1" presStyleIdx="5" presStyleCnt="9">
        <dgm:presLayoutVars>
          <dgm:bulletEnabled val="1"/>
        </dgm:presLayoutVars>
      </dgm:prSet>
      <dgm:spPr/>
    </dgm:pt>
    <dgm:pt modelId="{BD4C4D9B-8244-4ACA-B6F9-5B89DA4DDA47}" type="pres">
      <dgm:prSet presAssocID="{AB30FFB4-374B-44AC-8D4F-562E0A4DCD41}" presName="sibTrans" presStyleCnt="0"/>
      <dgm:spPr/>
    </dgm:pt>
    <dgm:pt modelId="{BD761FA3-0A41-441E-A3B5-22DC3E36F521}" type="pres">
      <dgm:prSet presAssocID="{09DE38E5-5632-4551-871B-6D2F41EE0387}" presName="node" presStyleLbl="node1" presStyleIdx="6" presStyleCnt="9">
        <dgm:presLayoutVars>
          <dgm:bulletEnabled val="1"/>
        </dgm:presLayoutVars>
      </dgm:prSet>
      <dgm:spPr/>
    </dgm:pt>
    <dgm:pt modelId="{243B051C-F9FE-4ED0-83A5-A356D0F16344}" type="pres">
      <dgm:prSet presAssocID="{1580B73B-BA2C-4DC0-9DAA-198E494E9C58}" presName="sibTrans" presStyleCnt="0"/>
      <dgm:spPr/>
    </dgm:pt>
    <dgm:pt modelId="{8241C6C4-271A-459F-86DF-07944098D58B}" type="pres">
      <dgm:prSet presAssocID="{9EE22905-4D73-4BB9-A387-F7279FB2B7A9}" presName="node" presStyleLbl="node1" presStyleIdx="7" presStyleCnt="9">
        <dgm:presLayoutVars>
          <dgm:bulletEnabled val="1"/>
        </dgm:presLayoutVars>
      </dgm:prSet>
      <dgm:spPr/>
    </dgm:pt>
    <dgm:pt modelId="{70862C58-DF09-4C34-B668-FF82B15B325F}" type="pres">
      <dgm:prSet presAssocID="{21C2C7B2-5D46-44EE-A6EA-893F3D1E0236}" presName="sibTrans" presStyleCnt="0"/>
      <dgm:spPr/>
    </dgm:pt>
    <dgm:pt modelId="{0FE9FD06-C639-4CB5-87A9-B9C53D76E1E5}" type="pres">
      <dgm:prSet presAssocID="{0441A7F8-C457-41FC-A4E3-67E3950B867C}" presName="node" presStyleLbl="node1" presStyleIdx="8" presStyleCnt="9">
        <dgm:presLayoutVars>
          <dgm:bulletEnabled val="1"/>
        </dgm:presLayoutVars>
      </dgm:prSet>
      <dgm:spPr/>
    </dgm:pt>
  </dgm:ptLst>
  <dgm:cxnLst>
    <dgm:cxn modelId="{4849920A-F01C-4F97-8786-5778A2C2D8B9}" srcId="{A68A6EF4-3204-4C5D-AD70-386682BC6875}" destId="{B6E49160-2B03-4796-A114-0169C9B56E65}" srcOrd="3" destOrd="0" parTransId="{3361B8A8-D27C-49A0-9C9F-C42BCB0A8149}" sibTransId="{BC4BD14B-4F9D-4527-84DD-1C96606C263C}"/>
    <dgm:cxn modelId="{2275DD12-ECF0-41F8-B95F-28FC18AE9F40}" type="presOf" srcId="{09DE38E5-5632-4551-871B-6D2F41EE0387}" destId="{BD761FA3-0A41-441E-A3B5-22DC3E36F521}" srcOrd="0" destOrd="0" presId="urn:microsoft.com/office/officeart/2005/8/layout/default"/>
    <dgm:cxn modelId="{ED8FB91A-6491-4A52-949D-84D5B7314FC7}" srcId="{A68A6EF4-3204-4C5D-AD70-386682BC6875}" destId="{FEAB203D-7D5F-4E53-9C99-52E6EB8B1302}" srcOrd="1" destOrd="0" parTransId="{8E44A216-0CF4-49CB-BEE2-4C35649F6639}" sibTransId="{D8A19E56-4860-4280-AA7A-42897E7074A9}"/>
    <dgm:cxn modelId="{6CAD2122-E3F9-4F55-AB12-0EDA758B1C49}" srcId="{A68A6EF4-3204-4C5D-AD70-386682BC6875}" destId="{09DE38E5-5632-4551-871B-6D2F41EE0387}" srcOrd="6" destOrd="0" parTransId="{EFF231CE-BC69-48F7-BF03-D2E63A8646BB}" sibTransId="{1580B73B-BA2C-4DC0-9DAA-198E494E9C58}"/>
    <dgm:cxn modelId="{C54CD033-6BFD-4AAE-A30F-9AFB0D2A200F}" srcId="{A68A6EF4-3204-4C5D-AD70-386682BC6875}" destId="{9EE22905-4D73-4BB9-A387-F7279FB2B7A9}" srcOrd="7" destOrd="0" parTransId="{2436D40A-8D51-4809-83DB-3D327706DD63}" sibTransId="{21C2C7B2-5D46-44EE-A6EA-893F3D1E0236}"/>
    <dgm:cxn modelId="{32C62437-A4E5-46E2-B048-E6CB706C075E}" type="presOf" srcId="{C57074E5-E02F-4A64-9FC3-F8882EFEB698}" destId="{73E6C021-29A2-4C42-8B59-FDA6E14CD5AA}" srcOrd="0" destOrd="0" presId="urn:microsoft.com/office/officeart/2005/8/layout/default"/>
    <dgm:cxn modelId="{448F8967-D9E0-4BE2-B6CD-1C08C9A0BAC1}" srcId="{A68A6EF4-3204-4C5D-AD70-386682BC6875}" destId="{E566EA4B-3C5C-4762-9753-49CBC4DD0F76}" srcOrd="0" destOrd="0" parTransId="{69908C3B-C5D4-470A-A7D2-9E9568D82000}" sibTransId="{02061AEE-EEA5-44D6-9D42-2B2FAF7C06E2}"/>
    <dgm:cxn modelId="{8EC5E16A-4C00-4A57-A830-69304A22B21F}" type="presOf" srcId="{B6E49160-2B03-4796-A114-0169C9B56E65}" destId="{8FCDBBAF-561E-41E9-865C-F3CC11E2C619}" srcOrd="0" destOrd="0" presId="urn:microsoft.com/office/officeart/2005/8/layout/default"/>
    <dgm:cxn modelId="{CC60B279-CC2F-44DA-9953-57F627406E28}" type="presOf" srcId="{E566EA4B-3C5C-4762-9753-49CBC4DD0F76}" destId="{A75756B2-7BF8-4465-BC3C-00F063AF0AEB}" srcOrd="0" destOrd="0" presId="urn:microsoft.com/office/officeart/2005/8/layout/default"/>
    <dgm:cxn modelId="{0C393D97-78D4-4516-AC9F-78CF76FA79A6}" type="presOf" srcId="{9EE22905-4D73-4BB9-A387-F7279FB2B7A9}" destId="{8241C6C4-271A-459F-86DF-07944098D58B}" srcOrd="0" destOrd="0" presId="urn:microsoft.com/office/officeart/2005/8/layout/default"/>
    <dgm:cxn modelId="{00E01599-E586-47A9-855F-4C41E1A5C8F3}" srcId="{A68A6EF4-3204-4C5D-AD70-386682BC6875}" destId="{0441A7F8-C457-41FC-A4E3-67E3950B867C}" srcOrd="8" destOrd="0" parTransId="{FBFCAE4C-CFD8-44A4-8418-2E7A8C1E1EC9}" sibTransId="{AD3807DA-4413-4479-9BA3-BAE9180256A6}"/>
    <dgm:cxn modelId="{13A1BE9C-7E33-4A30-9DB8-F4763AAB4BE5}" srcId="{A68A6EF4-3204-4C5D-AD70-386682BC6875}" destId="{820B7F55-0099-49F3-B9E6-6FDD53379F6E}" srcOrd="2" destOrd="0" parTransId="{EF85BDB8-4AB2-4CD1-9887-58F80E138CDF}" sibTransId="{0565304D-DB0A-43A6-A8AE-7EAEBFAF14D3}"/>
    <dgm:cxn modelId="{AD3776A5-9DCE-4472-A77F-8FC83FA82A93}" type="presOf" srcId="{820B7F55-0099-49F3-B9E6-6FDD53379F6E}" destId="{D55047EE-927C-40F0-9031-F069EF354A5A}" srcOrd="0" destOrd="0" presId="urn:microsoft.com/office/officeart/2005/8/layout/default"/>
    <dgm:cxn modelId="{09A7BEAB-0C47-4FC3-A2B9-BE8F654C577F}" srcId="{A68A6EF4-3204-4C5D-AD70-386682BC6875}" destId="{27951BE7-27AB-448B-8F04-C4AA189D4267}" srcOrd="5" destOrd="0" parTransId="{2B9C9AA6-1C69-40F7-B98F-46230B219006}" sibTransId="{AB30FFB4-374B-44AC-8D4F-562E0A4DCD41}"/>
    <dgm:cxn modelId="{D0C7F1C8-B4C4-40C0-BDE6-40835A41F5E4}" type="presOf" srcId="{FEAB203D-7D5F-4E53-9C99-52E6EB8B1302}" destId="{DF46CF46-C623-4773-AF49-A3031CF09DF2}" srcOrd="0" destOrd="0" presId="urn:microsoft.com/office/officeart/2005/8/layout/default"/>
    <dgm:cxn modelId="{BBB389CA-A835-4932-8F61-F793EFAE0B0E}" type="presOf" srcId="{27951BE7-27AB-448B-8F04-C4AA189D4267}" destId="{453E9A00-BC24-4009-8800-66D7A154865D}" srcOrd="0" destOrd="0" presId="urn:microsoft.com/office/officeart/2005/8/layout/default"/>
    <dgm:cxn modelId="{29A1F0CA-D92D-48A8-9121-C4D86269B656}" type="presOf" srcId="{A68A6EF4-3204-4C5D-AD70-386682BC6875}" destId="{398B14F0-F6EF-434D-B943-89DC47CEA70A}" srcOrd="0" destOrd="0" presId="urn:microsoft.com/office/officeart/2005/8/layout/default"/>
    <dgm:cxn modelId="{3A995EDF-E212-496B-818E-1E2FFF790CC5}" srcId="{A68A6EF4-3204-4C5D-AD70-386682BC6875}" destId="{C57074E5-E02F-4A64-9FC3-F8882EFEB698}" srcOrd="4" destOrd="0" parTransId="{45829886-9EF0-489E-BDDA-D14599D8D5D8}" sibTransId="{E5C0C6EF-FDDD-44C1-8884-4B32C67A685A}"/>
    <dgm:cxn modelId="{8FF013F4-1B8A-44AE-81CA-B4933A809D0A}" type="presOf" srcId="{0441A7F8-C457-41FC-A4E3-67E3950B867C}" destId="{0FE9FD06-C639-4CB5-87A9-B9C53D76E1E5}" srcOrd="0" destOrd="0" presId="urn:microsoft.com/office/officeart/2005/8/layout/default"/>
    <dgm:cxn modelId="{65CD562E-0650-4219-BAF7-57017A8F7236}" type="presParOf" srcId="{398B14F0-F6EF-434D-B943-89DC47CEA70A}" destId="{A75756B2-7BF8-4465-BC3C-00F063AF0AEB}" srcOrd="0" destOrd="0" presId="urn:microsoft.com/office/officeart/2005/8/layout/default"/>
    <dgm:cxn modelId="{586296C3-220D-4E13-AC75-F66A03AD866A}" type="presParOf" srcId="{398B14F0-F6EF-434D-B943-89DC47CEA70A}" destId="{90CC88E7-6961-4869-803E-D627631101AA}" srcOrd="1" destOrd="0" presId="urn:microsoft.com/office/officeart/2005/8/layout/default"/>
    <dgm:cxn modelId="{5294C0F2-99FB-41A1-8584-D55BE451D6EC}" type="presParOf" srcId="{398B14F0-F6EF-434D-B943-89DC47CEA70A}" destId="{DF46CF46-C623-4773-AF49-A3031CF09DF2}" srcOrd="2" destOrd="0" presId="urn:microsoft.com/office/officeart/2005/8/layout/default"/>
    <dgm:cxn modelId="{69304591-DA66-4471-A341-4F79DE6A9F28}" type="presParOf" srcId="{398B14F0-F6EF-434D-B943-89DC47CEA70A}" destId="{9FEB5730-9FC5-4091-A3BB-D7128B5C7921}" srcOrd="3" destOrd="0" presId="urn:microsoft.com/office/officeart/2005/8/layout/default"/>
    <dgm:cxn modelId="{83D958BD-079C-468D-BC7A-850C91608EA8}" type="presParOf" srcId="{398B14F0-F6EF-434D-B943-89DC47CEA70A}" destId="{D55047EE-927C-40F0-9031-F069EF354A5A}" srcOrd="4" destOrd="0" presId="urn:microsoft.com/office/officeart/2005/8/layout/default"/>
    <dgm:cxn modelId="{989F1268-4880-470D-B162-4EB22564843D}" type="presParOf" srcId="{398B14F0-F6EF-434D-B943-89DC47CEA70A}" destId="{D4757EAB-00B9-400C-80BE-96D9AE5AA5A7}" srcOrd="5" destOrd="0" presId="urn:microsoft.com/office/officeart/2005/8/layout/default"/>
    <dgm:cxn modelId="{D950B8E4-CCDF-4D91-AA80-24FC65D09161}" type="presParOf" srcId="{398B14F0-F6EF-434D-B943-89DC47CEA70A}" destId="{8FCDBBAF-561E-41E9-865C-F3CC11E2C619}" srcOrd="6" destOrd="0" presId="urn:microsoft.com/office/officeart/2005/8/layout/default"/>
    <dgm:cxn modelId="{86D7119B-15EA-4CC7-A8F2-9B439ADCD0D3}" type="presParOf" srcId="{398B14F0-F6EF-434D-B943-89DC47CEA70A}" destId="{6A3BAFD4-BD1C-4F0A-81BB-399BFE6EE1E4}" srcOrd="7" destOrd="0" presId="urn:microsoft.com/office/officeart/2005/8/layout/default"/>
    <dgm:cxn modelId="{4F0ACE27-2CE9-4830-9DE6-BF3D773CD677}" type="presParOf" srcId="{398B14F0-F6EF-434D-B943-89DC47CEA70A}" destId="{73E6C021-29A2-4C42-8B59-FDA6E14CD5AA}" srcOrd="8" destOrd="0" presId="urn:microsoft.com/office/officeart/2005/8/layout/default"/>
    <dgm:cxn modelId="{1FD68059-9489-4F0E-9ECB-0B84C0D7CEBC}" type="presParOf" srcId="{398B14F0-F6EF-434D-B943-89DC47CEA70A}" destId="{0AF63DC9-1AA5-4783-ADA4-8CEA46B47198}" srcOrd="9" destOrd="0" presId="urn:microsoft.com/office/officeart/2005/8/layout/default"/>
    <dgm:cxn modelId="{D86061B6-A6A0-47C6-B828-D329B3EDCC61}" type="presParOf" srcId="{398B14F0-F6EF-434D-B943-89DC47CEA70A}" destId="{453E9A00-BC24-4009-8800-66D7A154865D}" srcOrd="10" destOrd="0" presId="urn:microsoft.com/office/officeart/2005/8/layout/default"/>
    <dgm:cxn modelId="{E3D3C1D3-F7D6-481D-9AB9-43390D0C81A4}" type="presParOf" srcId="{398B14F0-F6EF-434D-B943-89DC47CEA70A}" destId="{BD4C4D9B-8244-4ACA-B6F9-5B89DA4DDA47}" srcOrd="11" destOrd="0" presId="urn:microsoft.com/office/officeart/2005/8/layout/default"/>
    <dgm:cxn modelId="{9D86869F-555E-4EBC-B30E-EA6359B54FC3}" type="presParOf" srcId="{398B14F0-F6EF-434D-B943-89DC47CEA70A}" destId="{BD761FA3-0A41-441E-A3B5-22DC3E36F521}" srcOrd="12" destOrd="0" presId="urn:microsoft.com/office/officeart/2005/8/layout/default"/>
    <dgm:cxn modelId="{A9ACD0AB-3C06-4C63-A09E-7EF30609AD6D}" type="presParOf" srcId="{398B14F0-F6EF-434D-B943-89DC47CEA70A}" destId="{243B051C-F9FE-4ED0-83A5-A356D0F16344}" srcOrd="13" destOrd="0" presId="urn:microsoft.com/office/officeart/2005/8/layout/default"/>
    <dgm:cxn modelId="{EFC741F6-1336-43EF-9D2E-0DE20ED1891D}" type="presParOf" srcId="{398B14F0-F6EF-434D-B943-89DC47CEA70A}" destId="{8241C6C4-271A-459F-86DF-07944098D58B}" srcOrd="14" destOrd="0" presId="urn:microsoft.com/office/officeart/2005/8/layout/default"/>
    <dgm:cxn modelId="{8E9D5747-DE8D-4232-9F7D-7AA6431EF3D6}" type="presParOf" srcId="{398B14F0-F6EF-434D-B943-89DC47CEA70A}" destId="{70862C58-DF09-4C34-B668-FF82B15B325F}" srcOrd="15" destOrd="0" presId="urn:microsoft.com/office/officeart/2005/8/layout/default"/>
    <dgm:cxn modelId="{3D7048C8-A7E2-4AF2-B6F0-F2A97365EE12}" type="presParOf" srcId="{398B14F0-F6EF-434D-B943-89DC47CEA70A}" destId="{0FE9FD06-C639-4CB5-87A9-B9C53D76E1E5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5756B2-7BF8-4465-BC3C-00F063AF0AEB}">
      <dsp:nvSpPr>
        <dsp:cNvPr id="0" name=""/>
        <dsp:cNvSpPr/>
      </dsp:nvSpPr>
      <dsp:spPr>
        <a:xfrm>
          <a:off x="0" y="678105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Today’s Threats – Simple List:</a:t>
          </a:r>
          <a:endParaRPr lang="en-US" sz="1900" kern="1200"/>
        </a:p>
      </dsp:txBody>
      <dsp:txXfrm>
        <a:off x="0" y="678105"/>
        <a:ext cx="2005118" cy="1203071"/>
      </dsp:txXfrm>
    </dsp:sp>
    <dsp:sp modelId="{DF46CF46-C623-4773-AF49-A3031CF09DF2}">
      <dsp:nvSpPr>
        <dsp:cNvPr id="0" name=""/>
        <dsp:cNvSpPr/>
      </dsp:nvSpPr>
      <dsp:spPr>
        <a:xfrm>
          <a:off x="2205630" y="678105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🔴 Critical Threats</a:t>
          </a:r>
          <a:endParaRPr lang="en-US" sz="1900" kern="1200"/>
        </a:p>
      </dsp:txBody>
      <dsp:txXfrm>
        <a:off x="2205630" y="678105"/>
        <a:ext cx="2005118" cy="1203071"/>
      </dsp:txXfrm>
    </dsp:sp>
    <dsp:sp modelId="{D55047EE-927C-40F0-9031-F069EF354A5A}">
      <dsp:nvSpPr>
        <dsp:cNvPr id="0" name=""/>
        <dsp:cNvSpPr/>
      </dsp:nvSpPr>
      <dsp:spPr>
        <a:xfrm>
          <a:off x="4411261" y="678105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Ransomware-as-a-Service (RaaS) </a:t>
          </a:r>
        </a:p>
      </dsp:txBody>
      <dsp:txXfrm>
        <a:off x="4411261" y="678105"/>
        <a:ext cx="2005118" cy="1203071"/>
      </dsp:txXfrm>
    </dsp:sp>
    <dsp:sp modelId="{8FCDBBAF-561E-41E9-865C-F3CC11E2C619}">
      <dsp:nvSpPr>
        <dsp:cNvPr id="0" name=""/>
        <dsp:cNvSpPr/>
      </dsp:nvSpPr>
      <dsp:spPr>
        <a:xfrm>
          <a:off x="0" y="2081688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Phishing &amp; Business Email Compromise (BEC) </a:t>
          </a:r>
        </a:p>
      </dsp:txBody>
      <dsp:txXfrm>
        <a:off x="0" y="2081688"/>
        <a:ext cx="2005118" cy="1203071"/>
      </dsp:txXfrm>
    </dsp:sp>
    <dsp:sp modelId="{73E6C021-29A2-4C42-8B59-FDA6E14CD5AA}">
      <dsp:nvSpPr>
        <dsp:cNvPr id="0" name=""/>
        <dsp:cNvSpPr/>
      </dsp:nvSpPr>
      <dsp:spPr>
        <a:xfrm>
          <a:off x="2205630" y="2081688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Advanced Persistent Threats (APT)</a:t>
          </a:r>
        </a:p>
      </dsp:txBody>
      <dsp:txXfrm>
        <a:off x="2205630" y="2081688"/>
        <a:ext cx="2005118" cy="1203071"/>
      </dsp:txXfrm>
    </dsp:sp>
    <dsp:sp modelId="{453E9A00-BC24-4009-8800-66D7A154865D}">
      <dsp:nvSpPr>
        <dsp:cNvPr id="0" name=""/>
        <dsp:cNvSpPr/>
      </dsp:nvSpPr>
      <dsp:spPr>
        <a:xfrm>
          <a:off x="4411261" y="2081688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🟠 </a:t>
          </a:r>
          <a:r>
            <a:rPr lang="en-US" sz="1900" b="1" kern="1200" dirty="0">
              <a:solidFill>
                <a:schemeClr val="bg1"/>
              </a:solidFill>
            </a:rPr>
            <a:t>High Threats</a:t>
          </a:r>
          <a:endParaRPr lang="en-US" sz="1900" kern="1200" dirty="0">
            <a:solidFill>
              <a:schemeClr val="bg1"/>
            </a:solidFill>
          </a:endParaRPr>
        </a:p>
      </dsp:txBody>
      <dsp:txXfrm>
        <a:off x="4411261" y="2081688"/>
        <a:ext cx="2005118" cy="1203071"/>
      </dsp:txXfrm>
    </dsp:sp>
    <dsp:sp modelId="{BD761FA3-0A41-441E-A3B5-22DC3E36F521}">
      <dsp:nvSpPr>
        <dsp:cNvPr id="0" name=""/>
        <dsp:cNvSpPr/>
      </dsp:nvSpPr>
      <dsp:spPr>
        <a:xfrm>
          <a:off x="0" y="3485271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AI-Powered Cyber Attacks (Deepfake, AI phishing) </a:t>
          </a:r>
        </a:p>
      </dsp:txBody>
      <dsp:txXfrm>
        <a:off x="0" y="3485271"/>
        <a:ext cx="2005118" cy="1203071"/>
      </dsp:txXfrm>
    </dsp:sp>
    <dsp:sp modelId="{8241C6C4-271A-459F-86DF-07944098D58B}">
      <dsp:nvSpPr>
        <dsp:cNvPr id="0" name=""/>
        <dsp:cNvSpPr/>
      </dsp:nvSpPr>
      <dsp:spPr>
        <a:xfrm>
          <a:off x="2205630" y="3485271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Zero-Day Exploits &amp; Vulnerability Attacks </a:t>
          </a:r>
        </a:p>
      </dsp:txBody>
      <dsp:txXfrm>
        <a:off x="2205630" y="3485271"/>
        <a:ext cx="2005118" cy="1203071"/>
      </dsp:txXfrm>
    </dsp:sp>
    <dsp:sp modelId="{0FE9FD06-C639-4CB5-87A9-B9C53D76E1E5}">
      <dsp:nvSpPr>
        <dsp:cNvPr id="0" name=""/>
        <dsp:cNvSpPr/>
      </dsp:nvSpPr>
      <dsp:spPr>
        <a:xfrm>
          <a:off x="4411261" y="3485271"/>
          <a:ext cx="2005118" cy="120307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Credential Theft &amp; Account Takeover</a:t>
          </a:r>
        </a:p>
      </dsp:txBody>
      <dsp:txXfrm>
        <a:off x="4411261" y="3485271"/>
        <a:ext cx="2005118" cy="1203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B9C0-8095-5A82-8638-5C5DC458F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CE5C3-35C5-AA11-C082-D9208BFF48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8F82F-2EE4-ECAE-8DF9-BE656515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573C2-EDAA-23C5-FB78-88A076BCE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280EC-0BFE-2A56-A7A8-7A940CC9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1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A4F9-9A44-CED7-9491-CEF72696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873E5-9773-5AA4-FA20-4EBFBC373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F1F9E-E1A7-6208-32E6-C0C3F2B14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2D2EE-1830-B67B-568C-EF35FEE9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AA13-15AD-B46C-329A-1D3C9535A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1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E6E1-B35C-F519-2239-EB576F8B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C7CDA-9CD9-9BBC-A602-4E6742B9D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153F5-1151-8311-65D7-ACBDA8E0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B23C8-ADDE-DF63-E7AA-C11AC9D31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3D645-0268-1641-AA55-F599F86C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77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D66CD-9B68-2C61-14EF-63D62A83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D4DDB-A468-C87D-0F15-B26153995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0ADF6-FCE5-FB06-2D5F-DFC1C6ABB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80C16-88AE-A427-25B6-B5A5704B7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18EE1-6335-C446-4F7D-44D9B7DCB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09778-7728-0CD2-CF64-A1EC7484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7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F2E3-F8F6-C895-B76D-8033EF428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4741E-8CE0-0ECA-4061-BAE0F3B22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0D10AC-02D6-1514-9A68-676D291B8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5F65C-2BF2-F46B-328A-10ED968C7F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E248B-E9CA-5649-1976-0519CE75A3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F85BD-5928-5FAD-673A-9FCB18FF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D2DAFB-04E3-4BF8-5CE0-A32DADD94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1DD6AB-A4AB-C5CB-D1C2-D3F409CE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19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CFACE-37C8-C31F-B979-74B404A13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D848A-E720-68EF-F788-2E0FAA6D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C7F26-2D83-3C08-7EA8-8CB18AD0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2F88C-9C91-F160-816C-EB2C6185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21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91EE9-BB89-43F3-DC18-BD7E0EB1E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FE673-53E4-A9AF-FADF-39E04AFC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AB269-318B-86F9-D6BF-FE9ABCAB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836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B8A3-40B1-C342-D886-2A9899D4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BD0EC-0405-5776-5A1B-99401944B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454FC-B163-595B-C695-E847A17DCA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3AA8D1-CFD5-E389-0059-F0AE64BA2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838C5-B99A-DDCB-B5A9-84E86585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5B3F8-3D25-7E64-9B45-79881995C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66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E4E3-5379-BFC3-7E69-7122A6825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58A6F-9C58-1F69-857C-DAD311102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D069A8-6ACF-3249-E73C-F6A676C2F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2CE67-3E08-334A-A1B0-CEB8BA4FC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FD0DC-C848-65E9-B329-41377109F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9E067-3109-BCF2-D2B4-FAFBFA0A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A54C-EF5C-0710-F2CA-BE3E1C108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C3F33-709A-FF96-34BA-C2DF5D7C1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E3A3B-0EB7-5EA8-8D00-95203DD8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32C2A-2727-2954-D42B-4A9D97B02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10610-5214-3E25-CD50-71041658B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21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69B58D-8088-D915-719C-12194BB21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67513-1E62-64A5-61B0-A70291BCE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24CB5-D140-BFDC-FF83-0E102A36A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22697-B049-44F3-CAB6-1B896F96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CCF1A-C48F-6D6D-AF7C-717FFF7B6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90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07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220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995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00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3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185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299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407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827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65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2957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64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24251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023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146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0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EF1BA-B6FF-54E8-8B2A-8F00598C3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40566-0A19-7A3C-C9B6-2978A065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551D9-AE19-5AD1-6949-F2FD9A8AD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7FF3F-1039-E5D7-BEC6-CB4068CA4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3B382-1248-FF67-8DD3-8857E96EA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0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5A8E2-086B-4F3E-BFFF-FFDC1FF5675E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A4CA8FC-7F3F-4A93-9777-40CD65E20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4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D3D0C-639D-EC73-67E5-1AB2AA4D4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100" dirty="0"/>
              <a:t>Module-1:</a:t>
            </a:r>
            <a:br>
              <a:rPr lang="en-US" sz="6100" dirty="0"/>
            </a:br>
            <a:r>
              <a:rPr lang="en-US" sz="6100" dirty="0"/>
              <a:t>Foundations of Penetration Testing and Cybersecurity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878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6A9DC-7E7E-05C2-6414-DA9963917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EBFA83-D4DB-4CA0-B229-9E44634D7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DAC8FB-A162-44E3-A606-C855A03A5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1BDEC81-16A7-4451-B893-C15000083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A515A1-4D80-430E-BE0A-71A290516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A84BB6-01EF-1CC7-4D9A-5DA53D8C2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07" y="2228419"/>
            <a:ext cx="5468347" cy="23924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9F64BF-1C87-1B34-E9BA-A2899DD815C7}"/>
              </a:ext>
            </a:extLst>
          </p:cNvPr>
          <p:cNvSpPr txBox="1"/>
          <p:nvPr/>
        </p:nvSpPr>
        <p:spPr>
          <a:xfrm>
            <a:off x="6597016" y="2965592"/>
            <a:ext cx="4589328" cy="2987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Class 02</a:t>
            </a:r>
          </a:p>
        </p:txBody>
      </p:sp>
    </p:spTree>
    <p:extLst>
      <p:ext uri="{BB962C8B-B14F-4D97-AF65-F5344CB8AC3E}">
        <p14:creationId xmlns:p14="http://schemas.microsoft.com/office/powerpoint/2010/main" val="4057449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67465-2699-FFB3-2336-E96DCA76E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oup 99">
            <a:extLst>
              <a:ext uri="{FF2B5EF4-FFF2-40B4-BE49-F238E27FC236}">
                <a16:creationId xmlns:a16="http://schemas.microsoft.com/office/drawing/2014/main" id="{6223A2CF-282D-4D97-960D-435F2BA68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FE704595-09C7-4F19-9C35-A1585DE5E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7F5D3415-BEB8-49B5-A258-65A6DB069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ectangle 23">
              <a:extLst>
                <a:ext uri="{FF2B5EF4-FFF2-40B4-BE49-F238E27FC236}">
                  <a16:creationId xmlns:a16="http://schemas.microsoft.com/office/drawing/2014/main" id="{4572FE66-7C7C-4ED1-BB96-D4E741F7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27DAB653-28E4-473D-BFF3-5B5530900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Isosceles Triangle 102">
              <a:extLst>
                <a:ext uri="{FF2B5EF4-FFF2-40B4-BE49-F238E27FC236}">
                  <a16:creationId xmlns:a16="http://schemas.microsoft.com/office/drawing/2014/main" id="{D42B9441-BD12-4ADD-98F9-146048C02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Rectangle 27">
              <a:extLst>
                <a:ext uri="{FF2B5EF4-FFF2-40B4-BE49-F238E27FC236}">
                  <a16:creationId xmlns:a16="http://schemas.microsoft.com/office/drawing/2014/main" id="{6849A7E1-FFE1-40FC-987C-B58FD2547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Rectangle 28">
              <a:extLst>
                <a:ext uri="{FF2B5EF4-FFF2-40B4-BE49-F238E27FC236}">
                  <a16:creationId xmlns:a16="http://schemas.microsoft.com/office/drawing/2014/main" id="{13A76386-AD1C-4954-82C0-0AA48165E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Rectangle 29">
              <a:extLst>
                <a:ext uri="{FF2B5EF4-FFF2-40B4-BE49-F238E27FC236}">
                  <a16:creationId xmlns:a16="http://schemas.microsoft.com/office/drawing/2014/main" id="{3276B172-4E18-465E-9AA3-FB122B17D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Isosceles Triangle 106">
              <a:extLst>
                <a:ext uri="{FF2B5EF4-FFF2-40B4-BE49-F238E27FC236}">
                  <a16:creationId xmlns:a16="http://schemas.microsoft.com/office/drawing/2014/main" id="{E4D72FB7-F5AA-4F4D-8EFD-1958081CB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Isosceles Triangle 107">
              <a:extLst>
                <a:ext uri="{FF2B5EF4-FFF2-40B4-BE49-F238E27FC236}">
                  <a16:creationId xmlns:a16="http://schemas.microsoft.com/office/drawing/2014/main" id="{811DE47E-CE10-46D2-9FA8-B48990695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A5E0CC9E-BD61-7FBF-A7B6-297064DDFF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5" r="44024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6E9DE52A-184D-15E7-8F58-F5A48DB48C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2054754"/>
              </p:ext>
            </p:extLst>
          </p:nvPr>
        </p:nvGraphicFramePr>
        <p:xfrm>
          <a:off x="5209563" y="674915"/>
          <a:ext cx="6416380" cy="5366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7482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495C4E-92BB-E689-75F5-6258D7B43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223A2CF-282D-4D97-960D-435F2BA68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E704595-09C7-4F19-9C35-A1585DE5E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F5D3415-BEB8-49B5-A258-65A6DB069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3">
              <a:extLst>
                <a:ext uri="{FF2B5EF4-FFF2-40B4-BE49-F238E27FC236}">
                  <a16:creationId xmlns:a16="http://schemas.microsoft.com/office/drawing/2014/main" id="{4572FE66-7C7C-4ED1-BB96-D4E741F7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Rectangle 25">
              <a:extLst>
                <a:ext uri="{FF2B5EF4-FFF2-40B4-BE49-F238E27FC236}">
                  <a16:creationId xmlns:a16="http://schemas.microsoft.com/office/drawing/2014/main" id="{27DAB653-28E4-473D-BFF3-5B5530900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D42B9441-BD12-4ADD-98F9-146048C029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Rectangle 27">
              <a:extLst>
                <a:ext uri="{FF2B5EF4-FFF2-40B4-BE49-F238E27FC236}">
                  <a16:creationId xmlns:a16="http://schemas.microsoft.com/office/drawing/2014/main" id="{6849A7E1-FFE1-40FC-987C-B58FD2547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13A76386-AD1C-4954-82C0-0AA48165E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Rectangle 29">
              <a:extLst>
                <a:ext uri="{FF2B5EF4-FFF2-40B4-BE49-F238E27FC236}">
                  <a16:creationId xmlns:a16="http://schemas.microsoft.com/office/drawing/2014/main" id="{3276B172-4E18-465E-9AA3-FB122B17D8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E4D72FB7-F5AA-4F4D-8EFD-1958081CB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Isosceles Triangle 37">
              <a:extLst>
                <a:ext uri="{FF2B5EF4-FFF2-40B4-BE49-F238E27FC236}">
                  <a16:creationId xmlns:a16="http://schemas.microsoft.com/office/drawing/2014/main" id="{811DE47E-CE10-46D2-9FA8-B48990695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 descr="Computer script on a screen">
            <a:extLst>
              <a:ext uri="{FF2B5EF4-FFF2-40B4-BE49-F238E27FC236}">
                <a16:creationId xmlns:a16="http://schemas.microsoft.com/office/drawing/2014/main" id="{BEEC6C08-E731-4477-846F-40CCC5109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91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3DAF7B-C60F-B97A-E21B-7E4210370E1E}"/>
              </a:ext>
            </a:extLst>
          </p:cNvPr>
          <p:cNvSpPr txBox="1"/>
          <p:nvPr/>
        </p:nvSpPr>
        <p:spPr>
          <a:xfrm>
            <a:off x="677334" y="2160589"/>
            <a:ext cx="3851122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Today’s Threats – Simple List:</a:t>
            </a:r>
          </a:p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🔵 Emerging Threats</a:t>
            </a:r>
          </a:p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Cloud Security Misconfigurations </a:t>
            </a:r>
          </a:p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API Attacks &amp; Web Application Exploits </a:t>
            </a:r>
          </a:p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IoT &amp; OT (Industrial) Attacks</a:t>
            </a:r>
          </a:p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457200">
              <a:spcBef>
                <a:spcPts val="1000"/>
              </a:spcBef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</a:pP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68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12B57-C799-D9CD-9FF3-68FD5010A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086" y="-250371"/>
            <a:ext cx="12279086" cy="71180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C9B467B-85D0-C19A-0537-D3FB4CDEF99F}"/>
              </a:ext>
            </a:extLst>
          </p:cNvPr>
          <p:cNvSpPr/>
          <p:nvPr/>
        </p:nvSpPr>
        <p:spPr>
          <a:xfrm>
            <a:off x="9372600" y="4746171"/>
            <a:ext cx="1850571" cy="10776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232743-0DC2-87CA-E4DE-37E6F77B5BAB}"/>
              </a:ext>
            </a:extLst>
          </p:cNvPr>
          <p:cNvSpPr/>
          <p:nvPr/>
        </p:nvSpPr>
        <p:spPr>
          <a:xfrm>
            <a:off x="10602685" y="5437414"/>
            <a:ext cx="1349829" cy="10776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328521-0D8B-BD4C-B392-CCCF8CC146C2}"/>
              </a:ext>
            </a:extLst>
          </p:cNvPr>
          <p:cNvSpPr/>
          <p:nvPr/>
        </p:nvSpPr>
        <p:spPr>
          <a:xfrm>
            <a:off x="7086600" y="5976257"/>
            <a:ext cx="1850571" cy="186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4AC72-40B0-B2F5-FAA4-57E1F0E4C481}"/>
              </a:ext>
            </a:extLst>
          </p:cNvPr>
          <p:cNvSpPr/>
          <p:nvPr/>
        </p:nvSpPr>
        <p:spPr>
          <a:xfrm>
            <a:off x="7086599" y="6460671"/>
            <a:ext cx="1850571" cy="1088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C5F73F-03C9-56EB-4A25-FD34D46C2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18" y="258911"/>
            <a:ext cx="1391452" cy="73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44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35BAE-9799-BB2A-D797-12AB4F29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32789D-D9D9-99B6-E4CB-7651D0F0259D}"/>
              </a:ext>
            </a:extLst>
          </p:cNvPr>
          <p:cNvSpPr/>
          <p:nvPr/>
        </p:nvSpPr>
        <p:spPr>
          <a:xfrm>
            <a:off x="9372600" y="4746171"/>
            <a:ext cx="1850571" cy="10776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1C84E-C2C4-8B75-CF48-9C8FF6006E80}"/>
              </a:ext>
            </a:extLst>
          </p:cNvPr>
          <p:cNvSpPr/>
          <p:nvPr/>
        </p:nvSpPr>
        <p:spPr>
          <a:xfrm>
            <a:off x="10602685" y="5437414"/>
            <a:ext cx="1349829" cy="10776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D4CA98-CC0F-08DF-EEE2-791D7E4CDABF}"/>
              </a:ext>
            </a:extLst>
          </p:cNvPr>
          <p:cNvSpPr/>
          <p:nvPr/>
        </p:nvSpPr>
        <p:spPr>
          <a:xfrm>
            <a:off x="7086600" y="5976257"/>
            <a:ext cx="1850571" cy="18621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49AF5E-EAC9-3603-D9F7-DC8F3B51E661}"/>
              </a:ext>
            </a:extLst>
          </p:cNvPr>
          <p:cNvSpPr/>
          <p:nvPr/>
        </p:nvSpPr>
        <p:spPr>
          <a:xfrm>
            <a:off x="7086599" y="6460671"/>
            <a:ext cx="1850571" cy="1088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254D9A-AE8C-476A-782A-B206B616E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6" y="75608"/>
            <a:ext cx="10983685" cy="62891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E3847CE-F2A4-B3A8-1D6D-2EEE1076C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32" y="574597"/>
            <a:ext cx="1391452" cy="73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3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43E569-C733-6C19-33BB-F8F09D1ED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829" y="862802"/>
            <a:ext cx="10085757" cy="45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273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6DC70-3B03-C957-2712-6C00DD992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058"/>
            <a:ext cx="11876314" cy="63064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E860CD-BFD9-96AB-D820-C80C7DAAD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27" y="455113"/>
            <a:ext cx="1876687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02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C0C48C-B439-5CF5-62BC-242102BF0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655"/>
            <a:ext cx="11615057" cy="64468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851AE5-AB09-0E1C-F0E0-12F9205BD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1" y="509541"/>
            <a:ext cx="1504401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4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833E34-0C7D-CF81-D81E-102AE7D1E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-25979"/>
            <a:ext cx="11865429" cy="64721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1AF4C1-782D-06A3-FA3E-A16D2AB00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4" y="433634"/>
            <a:ext cx="1876687" cy="657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6DEC8A-C639-C379-E3DC-3C240C9B1340}"/>
              </a:ext>
            </a:extLst>
          </p:cNvPr>
          <p:cNvSpPr/>
          <p:nvPr/>
        </p:nvSpPr>
        <p:spPr>
          <a:xfrm>
            <a:off x="7119257" y="4931229"/>
            <a:ext cx="4332514" cy="130628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71D91F-6816-B91A-ED07-4AC9179D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71" y="813443"/>
            <a:ext cx="10740201" cy="493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42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DCF123-19BA-013A-1328-57BF2D157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3285"/>
            <a:ext cx="11129547" cy="635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415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841AEE-6D57-E4A4-4C26-C60821E7D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43" y="206017"/>
            <a:ext cx="8523514" cy="62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61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FF544E-B251-3DC1-1FF7-A7C55909F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57" y="870857"/>
            <a:ext cx="11703286" cy="494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24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7DC0A9-8567-CFAF-CF75-2E668BB3A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6" y="44362"/>
            <a:ext cx="10907486" cy="67859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10FA92-550C-38E8-8089-702FA6822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71" y="509541"/>
            <a:ext cx="1876687" cy="657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8426B2-A6CB-C781-7B90-F4DB75F945F4}"/>
              </a:ext>
            </a:extLst>
          </p:cNvPr>
          <p:cNvSpPr/>
          <p:nvPr/>
        </p:nvSpPr>
        <p:spPr>
          <a:xfrm>
            <a:off x="8523514" y="5312229"/>
            <a:ext cx="2884715" cy="1143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84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B69AA2-79DA-CE7A-EFB0-5684CEDD5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9" y="0"/>
            <a:ext cx="10624457" cy="65538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98E203-ABDA-397B-5F34-2D8BF6AF9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3" y="498655"/>
            <a:ext cx="1876687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26BAF6-DE43-B6E1-6344-70CB15C49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14" y="134543"/>
            <a:ext cx="10178143" cy="65889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232B37-7C22-0FFD-3857-CC89F65DC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742" y="596627"/>
            <a:ext cx="1876687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04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73E71-B96F-184F-41BF-23056C1D0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15" y="373580"/>
            <a:ext cx="10853056" cy="62939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16B238-03EE-A756-96A7-D59B97998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056" y="977626"/>
            <a:ext cx="1876687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59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D1ACA-503A-1C48-5DF4-54D50DCED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43" y="-4247"/>
            <a:ext cx="9231086" cy="66622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E4D6EE-5B1B-EA8C-7D8B-974E1CBFD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1" y="498655"/>
            <a:ext cx="1876687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1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85</Words>
  <Application>Microsoft Office PowerPoint</Application>
  <PresentationFormat>Widescreen</PresentationFormat>
  <Paragraphs>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Trebuchet MS</vt:lpstr>
      <vt:lpstr>Wingdings 3</vt:lpstr>
      <vt:lpstr>Office Theme</vt:lpstr>
      <vt:lpstr>Facet</vt:lpstr>
      <vt:lpstr>Module-1: Foundations of Penetration Testing and Cybersecurity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Alamgir Hossain</dc:creator>
  <cp:lastModifiedBy>Md. Alamgir Hossain</cp:lastModifiedBy>
  <cp:revision>8</cp:revision>
  <dcterms:created xsi:type="dcterms:W3CDTF">2026-04-06T13:35:03Z</dcterms:created>
  <dcterms:modified xsi:type="dcterms:W3CDTF">2026-04-07T04:06:24Z</dcterms:modified>
</cp:coreProperties>
</file>