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36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106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79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61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11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67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56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18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592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9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9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9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Applied Penetration Testing Engineer: Hands-on Experience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486151"/>
            <a:ext cx="8229600" cy="100965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Class 5 &amp; 6</a:t>
            </a:r>
          </a:p>
          <a:p>
            <a:pPr marL="0" indent="0" algn="ctr">
              <a:buNone/>
            </a:pPr>
            <a:r>
              <a:rPr lang="en-US" b="1" dirty="0"/>
              <a:t> Banner Grabbing ,Scanning and Enumeration 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436ADD-5A3F-4CC6-0772-1C10D3B8D21B}"/>
              </a:ext>
            </a:extLst>
          </p:cNvPr>
          <p:cNvSpPr txBox="1">
            <a:spLocks/>
          </p:cNvSpPr>
          <p:nvPr/>
        </p:nvSpPr>
        <p:spPr>
          <a:xfrm>
            <a:off x="609600" y="1752601"/>
            <a:ext cx="8229600" cy="10096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Module 3: Banner Grabbing, Scanning and Enumeration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Business &amp; Technical Logistics</a:t>
            </a:r>
          </a:p>
          <a:p>
            <a:r>
              <a:t>2. Passive Reconnaissance</a:t>
            </a:r>
          </a:p>
          <a:p>
            <a:r>
              <a:t>3. Active Reconnaissance</a:t>
            </a:r>
          </a:p>
          <a:p>
            <a:r>
              <a:t>4. Banner Grabbing &amp; Enumeration</a:t>
            </a:r>
          </a:p>
          <a:p>
            <a:r>
              <a:t>5. Vulnerability Assessment</a:t>
            </a:r>
          </a:p>
          <a:p>
            <a:r>
              <a:t>6. Exploitation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Banner Grabbing</a:t>
            </a:r>
          </a:p>
          <a:p>
            <a:r>
              <a:t>Enumeration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Banner Grabbing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Technique to collect system information</a:t>
            </a:r>
          </a:p>
          <a:p>
            <a:r>
              <a:t>Identifies services and versions</a:t>
            </a:r>
          </a:p>
          <a:p>
            <a:r>
              <a:t>Used in reconnaissance phase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Collected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Operating System version</a:t>
            </a:r>
          </a:p>
          <a:p>
            <a:r>
              <a:t>Application version</a:t>
            </a:r>
          </a:p>
          <a:p>
            <a:r>
              <a:t>Open ports and services</a:t>
            </a:r>
          </a:p>
          <a:p>
            <a:r>
              <a:t>Network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Banner Grabbing?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vulnerabilities</a:t>
            </a:r>
          </a:p>
          <a:p>
            <a:r>
              <a:t>Select appropriate exploits</a:t>
            </a:r>
          </a:p>
          <a:p>
            <a:r>
              <a:t>Understand attack surface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Banner Grabbing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Send crafted requests to target</a:t>
            </a:r>
          </a:p>
          <a:p>
            <a:r>
              <a:t>Analyze responses</a:t>
            </a:r>
          </a:p>
          <a:p>
            <a:r>
              <a:t>Uses TCP/IP stack fingerprinting</a:t>
            </a:r>
          </a:p>
          <a:p>
            <a:r>
              <a:t>Common tools: Nmap, Netcat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Passive Banner Grabbing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direct interaction</a:t>
            </a:r>
          </a:p>
          <a:p>
            <a:r>
              <a:t>Uses sniffing techniques</a:t>
            </a:r>
          </a:p>
          <a:p>
            <a:r>
              <a:t>Analyzes packet responses</a:t>
            </a:r>
          </a:p>
          <a:p>
            <a:r>
              <a:t>Tools: Wireshark, p0f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Banner Grabbing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 Serve</a:t>
            </a:r>
          </a:p>
          <a:p>
            <a:r>
              <a:t>Netcat</a:t>
            </a:r>
          </a:p>
          <a:p>
            <a:r>
              <a:t>Netcraft</a:t>
            </a:r>
          </a:p>
          <a:p>
            <a:r>
              <a:t>Telnet</a:t>
            </a:r>
          </a:p>
          <a:p>
            <a:r>
              <a:t>Nmap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 Serve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Identifies server software</a:t>
            </a:r>
          </a:p>
          <a:p>
            <a:r>
              <a:t>Detects version details</a:t>
            </a:r>
          </a:p>
          <a:p>
            <a:r>
              <a:t>Works with HTTP, FTP, SMTP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Netcraft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OS and web server</a:t>
            </a:r>
          </a:p>
          <a:p>
            <a:r>
              <a:t>Displays netblock owner</a:t>
            </a:r>
          </a:p>
          <a:p>
            <a:r>
              <a:t>Provides uptime info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Netcat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Reads/writes network data</a:t>
            </a:r>
          </a:p>
          <a:p>
            <a:r>
              <a:t>Supports TCP/UDP</a:t>
            </a:r>
          </a:p>
          <a:p>
            <a:r>
              <a:t>Command: nc -v &lt;IP&gt; &lt;port&gt;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Connects to remote services</a:t>
            </a:r>
          </a:p>
          <a:p>
            <a:r>
              <a:t>Used to grab HTTP headers</a:t>
            </a:r>
          </a:p>
          <a:p>
            <a:r>
              <a:t>Command: telnet &lt;IP&gt; 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Telnet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telnet &lt;IP&gt; 80</a:t>
            </a:r>
          </a:p>
          <a:p>
            <a:r>
              <a:t>HEAD / HTTP/1.0</a:t>
            </a:r>
          </a:p>
          <a:p>
            <a:r>
              <a:t>Press Enter twice</a:t>
            </a:r>
          </a:p>
          <a:p>
            <a:r>
              <a:t>Check Server header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Powerful port scanner</a:t>
            </a:r>
          </a:p>
          <a:p>
            <a:r>
              <a:t>Supports version detection</a:t>
            </a:r>
          </a:p>
          <a:p>
            <a:r>
              <a:t>Script-based scanning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Nmap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nmap -sV --script=banner &lt;target&gt;</a:t>
            </a:r>
          </a:p>
          <a:p>
            <a:r>
              <a:t>nmap -Pn -p 80 -sV --script=banner &lt;target&gt;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Kali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curl -I &lt;target&gt;</a:t>
            </a:r>
          </a:p>
          <a:p>
            <a:r>
              <a:t>dmitry -b &lt;target&gt;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Countermeasures (Banner Grabbing)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fake banners</a:t>
            </a:r>
          </a:p>
          <a:p>
            <a:r>
              <a:t>Disable unnecessary services</a:t>
            </a:r>
          </a:p>
          <a:p>
            <a:r>
              <a:t>Hide system details</a:t>
            </a:r>
          </a:p>
          <a:p>
            <a:r>
              <a:t>Avoid default configurations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Class 06</a:t>
            </a:r>
            <a:br>
              <a:rPr lang="en-US" dirty="0"/>
            </a:br>
            <a:r>
              <a:rPr dirty="0"/>
              <a:t>Enumeration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Active information gathering</a:t>
            </a:r>
          </a:p>
          <a:p>
            <a:r>
              <a:rPr dirty="0"/>
              <a:t>Queries systems directly</a:t>
            </a:r>
          </a:p>
          <a:p>
            <a:r>
              <a:rPr dirty="0"/>
              <a:t>Usually internal network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Enumeration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Usernames</a:t>
            </a:r>
          </a:p>
          <a:p>
            <a:r>
              <a:t>Machine names</a:t>
            </a:r>
          </a:p>
          <a:p>
            <a:r>
              <a:t>Network shares</a:t>
            </a:r>
          </a:p>
          <a:p>
            <a:r>
              <a:t>Applications</a:t>
            </a:r>
          </a:p>
          <a:p>
            <a:r>
              <a:t>Audit settings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to Enumerate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DNS (53)</a:t>
            </a:r>
          </a:p>
          <a:p>
            <a:r>
              <a:t>RPC (135)</a:t>
            </a:r>
          </a:p>
          <a:p>
            <a:r>
              <a:t>NetBIOS (137-139)</a:t>
            </a:r>
          </a:p>
          <a:p>
            <a:r>
              <a:t>SMB (445)</a:t>
            </a:r>
          </a:p>
          <a:p>
            <a:r>
              <a:t>SNMP (161)</a:t>
            </a:r>
          </a:p>
          <a:p>
            <a:r>
              <a:t>LDAP (389)</a:t>
            </a:r>
          </a:p>
          <a:p>
            <a:r>
              <a:t>SMTP (25)</a:t>
            </a:r>
          </a:p>
          <a:p>
            <a:r>
              <a:t>NTP (123)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SNMP Enumeration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system info</a:t>
            </a:r>
          </a:p>
          <a:p>
            <a:r>
              <a:t>Uses community strings</a:t>
            </a:r>
          </a:p>
          <a:p>
            <a:r>
              <a:t>Can expose network details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SNMP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SNMPv3</a:t>
            </a:r>
          </a:p>
          <a:p>
            <a:r>
              <a:t>Change default strings</a:t>
            </a:r>
          </a:p>
          <a:p>
            <a:r>
              <a:t>Restrict IP access</a:t>
            </a:r>
          </a:p>
          <a:p>
            <a:r>
              <a:t>Disable if not needed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LDAP Enumeration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 user info</a:t>
            </a:r>
          </a:p>
          <a:p>
            <a:r>
              <a:t>Directory structure</a:t>
            </a:r>
          </a:p>
          <a:p>
            <a:r>
              <a:t>Authentication data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LDAP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SSL</a:t>
            </a:r>
          </a:p>
          <a:p>
            <a:r>
              <a:t>Enable authentication</a:t>
            </a:r>
          </a:p>
          <a:p>
            <a:r>
              <a:t>Limit data exposure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NTP Enumeration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time servers</a:t>
            </a:r>
          </a:p>
          <a:p>
            <a:r>
              <a:t>Query NTP database</a:t>
            </a:r>
          </a:p>
          <a:p>
            <a:r>
              <a:t>Commands: ntpdate, ntpq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SMTP Enumeration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mail server</a:t>
            </a:r>
          </a:p>
          <a:p>
            <a:r>
              <a:t>User validation</a:t>
            </a:r>
          </a:p>
          <a:p>
            <a:r>
              <a:t>Open relay testing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SMTP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Disable open relay</a:t>
            </a:r>
          </a:p>
          <a:p>
            <a:r>
              <a:t>Filter spam</a:t>
            </a:r>
          </a:p>
          <a:p>
            <a:r>
              <a:t>Secure mail responses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Enumeration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dnsmap</a:t>
            </a:r>
          </a:p>
          <a:p>
            <a:r>
              <a:t>dnswalk</a:t>
            </a:r>
          </a:p>
          <a:p>
            <a:r>
              <a:t>dnsenum</a:t>
            </a:r>
          </a:p>
          <a:p>
            <a:r>
              <a:t>Fierce</a:t>
            </a:r>
          </a:p>
          <a:p>
            <a:r>
              <a:t>Nslookup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Disable zone transfer</a:t>
            </a:r>
          </a:p>
          <a:p>
            <a:r>
              <a:t>Use DNSSEC</a:t>
            </a:r>
          </a:p>
          <a:p>
            <a:r>
              <a:t>Prevent info leakage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Banner Grabbing = Info collection</a:t>
            </a:r>
          </a:p>
          <a:p>
            <a:r>
              <a:t>Enumeration = Deep system discovery</a:t>
            </a:r>
          </a:p>
          <a:p>
            <a:r>
              <a:t>Both critical for penetration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</TotalTime>
  <Words>473</Words>
  <Application>Microsoft Office PowerPoint</Application>
  <PresentationFormat>On-screen Show (4:3)</PresentationFormat>
  <Paragraphs>141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Gill Sans MT</vt:lpstr>
      <vt:lpstr>Gallery</vt:lpstr>
      <vt:lpstr>Applied Penetration Testing Engineer: Hands-on Experience </vt:lpstr>
      <vt:lpstr>Course Flow</vt:lpstr>
      <vt:lpstr>Overview</vt:lpstr>
      <vt:lpstr>Banner Grabbing - Definition</vt:lpstr>
      <vt:lpstr>Information Collected</vt:lpstr>
      <vt:lpstr>Why Banner Grabbing?</vt:lpstr>
      <vt:lpstr>Active Banner Grabbing</vt:lpstr>
      <vt:lpstr>Passive Banner Grabbing</vt:lpstr>
      <vt:lpstr>Banner Grabbing Tools</vt:lpstr>
      <vt:lpstr>ID Serve</vt:lpstr>
      <vt:lpstr>Netcraft</vt:lpstr>
      <vt:lpstr>Netcat</vt:lpstr>
      <vt:lpstr>Telnet</vt:lpstr>
      <vt:lpstr>Telnet Practice</vt:lpstr>
      <vt:lpstr>Nmap</vt:lpstr>
      <vt:lpstr>Nmap Commands</vt:lpstr>
      <vt:lpstr>Kali Tools</vt:lpstr>
      <vt:lpstr>Countermeasures (Banner Grabbing)</vt:lpstr>
      <vt:lpstr>Class 06 Enumeration - Definition</vt:lpstr>
      <vt:lpstr>Enumeration Data</vt:lpstr>
      <vt:lpstr>Services to Enumerate</vt:lpstr>
      <vt:lpstr>SNMP Enumeration</vt:lpstr>
      <vt:lpstr>SNMP Security</vt:lpstr>
      <vt:lpstr>LDAP Enumeration</vt:lpstr>
      <vt:lpstr>LDAP Security</vt:lpstr>
      <vt:lpstr>NTP Enumeration</vt:lpstr>
      <vt:lpstr>SMTP Enumeration</vt:lpstr>
      <vt:lpstr>SMTP Security</vt:lpstr>
      <vt:lpstr>DNS Enumeration Tools</vt:lpstr>
      <vt:lpstr>DNS Security</vt:lpstr>
      <vt:lpstr>Final 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Windows 11</dc:creator>
  <cp:keywords/>
  <dc:description>generated using python-pptx</dc:description>
  <cp:lastModifiedBy>Md. Alamgir Hossain</cp:lastModifiedBy>
  <cp:revision>3</cp:revision>
  <dcterms:created xsi:type="dcterms:W3CDTF">2013-01-27T09:14:16Z</dcterms:created>
  <dcterms:modified xsi:type="dcterms:W3CDTF">2026-04-11T23:51:35Z</dcterms:modified>
  <cp:category/>
</cp:coreProperties>
</file>